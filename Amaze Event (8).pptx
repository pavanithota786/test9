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E2463-60AD-1201-2348-2853418D7F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70E40E-BCB2-C3B2-80C8-BC12C6ED3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58BC9-8717-F268-EAEA-A8DEAD30C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9D6F1-DFD7-4856-92E5-95137799C30F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5599C-D8EE-9203-2F92-064E11838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18F12-B833-69FC-6990-D279F5998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92F4-396E-4C94-A059-53A7AFDFC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758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1DACD-6301-B96D-FAB7-B6BC1D0CB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E3535-F3BB-6C4F-1E4A-0B5EBDA54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E7242-AAE2-05FD-DC9E-DBFC603D7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9D6F1-DFD7-4856-92E5-95137799C30F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69BA4-0A02-E671-5C03-15100BFF2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C96CC-6230-C0E7-00C1-DB004760D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92F4-396E-4C94-A059-53A7AFDFC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131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1A317-2E55-E976-9A56-6471A0215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A7063-7FE9-1BB4-2591-E6771A889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62EDF-29E0-D1FD-DC34-0F41FA78A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9D6F1-DFD7-4856-92E5-95137799C30F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78CB6-250B-7527-0C96-F0256C07A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E9BC2-BE52-6156-3FB1-4A44A9358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92F4-396E-4C94-A059-53A7AFDFC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399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965C8-1B28-8E7D-D24D-0C23FB5B7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1AAD1-4FD7-83A9-7D04-CA1755CE3C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04849F-C121-8152-B611-0649485E5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0A2F0-EBAA-CE07-7395-E9D7B72B9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9D6F1-DFD7-4856-92E5-95137799C30F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8464E4-167E-1DEB-E77D-0AFC72A7C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BDFE38-8480-5FF9-2D29-A76AC1378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92F4-396E-4C94-A059-53A7AFDFC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455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92C9E-9F98-41F1-32F0-49FECB66E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78109-489A-5655-7FD4-4180B901F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0D98E8-179D-0762-2BAC-53378E4A7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10E7A7-0C30-EE6A-DF64-A29E081F9C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C58CE2-D670-7829-5FC4-6781DD250C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4DEF3F-5B98-ECA5-7A31-50863B478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9D6F1-DFD7-4856-92E5-95137799C30F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1DE9BD-FD14-C5FA-C3C7-BDA0D5B78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47AEEC-3ACB-AF56-D629-4D8931BE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92F4-396E-4C94-A059-53A7AFDFC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426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807F-5C9B-AB03-207F-064F92F63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7393A5-5489-87A8-6744-8E35F5A4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9D6F1-DFD7-4856-92E5-95137799C30F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BE42B-8308-E3F0-D639-1BDF6876C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A42248-69A6-5949-3922-721F206F5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92F4-396E-4C94-A059-53A7AFDFC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374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671B59-5633-E9DC-45F8-F6A435498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9D6F1-DFD7-4856-92E5-95137799C30F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028F19-F15C-BEFB-35F2-1CD411880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5EB3E-627C-FF3F-5E71-CFBD5FC1B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92F4-396E-4C94-A059-53A7AFDFC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922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173CB-FF76-30C4-57F0-FE9D1D0F1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21CF4-1546-C610-4D70-3DD4CE4DB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D7C2DF-7564-9540-8711-2121E2692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44FC5-8385-6951-C22B-1B8BC60B3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9D6F1-DFD7-4856-92E5-95137799C30F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BA08F-B3C4-337A-5E40-D9743A003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71FBA-2C74-319D-CEC0-76628AFDB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92F4-396E-4C94-A059-53A7AFDFC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265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AEFA-F845-32D9-F191-F0ADA3711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E17AD-EB8B-0F61-74A7-2BEE782743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558069-A012-A3CE-675B-22D5970EF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78FDA-105A-DE56-E231-35F62FFA9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9D6F1-DFD7-4856-92E5-95137799C30F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FF8740-FD18-488F-2003-08BC69ADE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0E553-DA9E-9F51-DEF4-E77882D32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92F4-396E-4C94-A059-53A7AFDFC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123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D125D-88E2-849A-FFB7-677E8C673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4B7D03-FCD0-2C6E-5D31-BCC8EF107F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EE73B-D9B7-77FD-FEBD-87F89A432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9D6F1-DFD7-4856-92E5-95137799C30F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4F10C-D2E3-379D-AA17-73EDFBBB3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8BF93-95A9-7240-5FA0-A558024A7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92F4-396E-4C94-A059-53A7AFDFC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002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D5584D-4D49-C4CC-B36F-911F02544A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45E5CF-A7D4-9177-C5EF-17A7698D4D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4ECAF-E011-9F96-0DD0-35ABB0657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9D6F1-DFD7-4856-92E5-95137799C30F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6732F-CB4C-95D4-6970-46ADFD1D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CE836-933F-5AE1-FCE9-7C8E84C46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92F4-396E-4C94-A059-53A7AFDFC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255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092202-776A-EC42-CD19-D9C98D74F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46C5F-6245-B969-AC76-ABE5BAFAA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22771-D568-6F01-FD8F-8232A4D7C5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89D6F1-DFD7-4856-92E5-95137799C30F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A6F29-9D40-CC6E-6A70-C6BA93A006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FF2DD-3C15-65C2-7634-2E7A83CE16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3D92F4-396E-4C94-A059-53A7AFDFC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024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B1C765-575B-F8B6-72B1-1E0E458F89E9}"/>
              </a:ext>
            </a:extLst>
          </p:cNvPr>
          <p:cNvSpPr/>
          <p:nvPr/>
        </p:nvSpPr>
        <p:spPr>
          <a:xfrm>
            <a:off x="506719" y="1072973"/>
            <a:ext cx="3395050" cy="16115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88A7E0-E9DF-D3C7-DECF-ADE3E9A853F3}"/>
              </a:ext>
            </a:extLst>
          </p:cNvPr>
          <p:cNvSpPr/>
          <p:nvPr/>
        </p:nvSpPr>
        <p:spPr>
          <a:xfrm>
            <a:off x="506719" y="2897155"/>
            <a:ext cx="3395050" cy="16115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9CCC8-3356-659B-BC0C-B7B4AC54C7EE}"/>
              </a:ext>
            </a:extLst>
          </p:cNvPr>
          <p:cNvSpPr/>
          <p:nvPr/>
        </p:nvSpPr>
        <p:spPr>
          <a:xfrm>
            <a:off x="506719" y="4642827"/>
            <a:ext cx="3395050" cy="16115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1F8444-E6CB-9F6B-B564-9EA53CC26766}"/>
              </a:ext>
            </a:extLst>
          </p:cNvPr>
          <p:cNvSpPr/>
          <p:nvPr/>
        </p:nvSpPr>
        <p:spPr>
          <a:xfrm>
            <a:off x="4168937" y="1072973"/>
            <a:ext cx="3395050" cy="16115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F8417A-0BCF-0336-1403-630E8048E581}"/>
              </a:ext>
            </a:extLst>
          </p:cNvPr>
          <p:cNvSpPr/>
          <p:nvPr/>
        </p:nvSpPr>
        <p:spPr>
          <a:xfrm>
            <a:off x="4168937" y="2897155"/>
            <a:ext cx="3395050" cy="16115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9ACCE4-A3BD-72A8-AFEF-B26AD74FCA60}"/>
              </a:ext>
            </a:extLst>
          </p:cNvPr>
          <p:cNvSpPr/>
          <p:nvPr/>
        </p:nvSpPr>
        <p:spPr>
          <a:xfrm>
            <a:off x="4168937" y="4642827"/>
            <a:ext cx="3395050" cy="16115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BBE553-EA99-FE31-D167-E3FF5EDD3073}"/>
              </a:ext>
            </a:extLst>
          </p:cNvPr>
          <p:cNvSpPr/>
          <p:nvPr/>
        </p:nvSpPr>
        <p:spPr>
          <a:xfrm>
            <a:off x="7955846" y="1072973"/>
            <a:ext cx="3395050" cy="16115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2A6232-7861-7196-E412-71F8B5500809}"/>
              </a:ext>
            </a:extLst>
          </p:cNvPr>
          <p:cNvSpPr/>
          <p:nvPr/>
        </p:nvSpPr>
        <p:spPr>
          <a:xfrm>
            <a:off x="7955846" y="2897155"/>
            <a:ext cx="3395050" cy="16115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D96548-9DE3-A512-4AD6-93176AAFE6AC}"/>
              </a:ext>
            </a:extLst>
          </p:cNvPr>
          <p:cNvSpPr txBox="1"/>
          <p:nvPr/>
        </p:nvSpPr>
        <p:spPr>
          <a:xfrm>
            <a:off x="506719" y="1072973"/>
            <a:ext cx="306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Car Covered with Red Satin</a:t>
            </a:r>
            <a:endParaRPr lang="en-IN" sz="1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BC09C3-3B81-2A13-9B1E-7F18D1081DFC}"/>
              </a:ext>
            </a:extLst>
          </p:cNvPr>
          <p:cNvSpPr txBox="1"/>
          <p:nvPr/>
        </p:nvSpPr>
        <p:spPr>
          <a:xfrm>
            <a:off x="4168937" y="1089870"/>
            <a:ext cx="306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Cake</a:t>
            </a:r>
            <a:endParaRPr lang="en-IN" sz="1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CA844F-F1C7-7765-2034-1B5C7DA6134D}"/>
              </a:ext>
            </a:extLst>
          </p:cNvPr>
          <p:cNvSpPr txBox="1"/>
          <p:nvPr/>
        </p:nvSpPr>
        <p:spPr>
          <a:xfrm>
            <a:off x="7955846" y="4661196"/>
            <a:ext cx="3395050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400" b="1" dirty="0"/>
              <a:t>Date of Event: 04 Dec’24</a:t>
            </a:r>
          </a:p>
          <a:p>
            <a:pPr>
              <a:lnSpc>
                <a:spcPct val="150000"/>
              </a:lnSpc>
            </a:pPr>
            <a:r>
              <a:rPr lang="en-GB" sz="1200" dirty="0"/>
              <a:t>Total Footfalls: 30</a:t>
            </a:r>
          </a:p>
          <a:p>
            <a:r>
              <a:rPr lang="en-GB" sz="1200" dirty="0"/>
              <a:t>Enquires	:10</a:t>
            </a:r>
          </a:p>
          <a:p>
            <a:r>
              <a:rPr lang="en-GB" sz="1200" dirty="0"/>
              <a:t>Test Drives	:08</a:t>
            </a:r>
          </a:p>
          <a:p>
            <a:r>
              <a:rPr lang="en-GB" sz="1200" dirty="0"/>
              <a:t>Contracts	:01</a:t>
            </a:r>
          </a:p>
          <a:p>
            <a:r>
              <a:rPr lang="en-GB" sz="1200" dirty="0"/>
              <a:t>Hot A	:02</a:t>
            </a:r>
            <a:endParaRPr lang="en-IN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F02A378-A9ED-9FD8-6DF0-27D96D9E7E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063"/>
            <a:ext cx="12192000" cy="89154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6E2BE9E-C83C-3AE1-B0C5-C95780C3135E}"/>
              </a:ext>
            </a:extLst>
          </p:cNvPr>
          <p:cNvSpPr txBox="1"/>
          <p:nvPr/>
        </p:nvSpPr>
        <p:spPr>
          <a:xfrm>
            <a:off x="120073" y="350982"/>
            <a:ext cx="7115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Delivery Ceremony Activities – DD190- Express Honda</a:t>
            </a:r>
            <a:endParaRPr lang="en-IN" sz="2000" b="1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C9931D7B-1FE4-D162-E36D-83C33A956E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232071" cy="1232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0F972CAE-DE80-F5A3-9E41-879496C954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5999" y="3428999"/>
            <a:ext cx="1292337" cy="1292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353A5D2-BD6D-5C44-1F8C-8DDC0877C3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59" y="1057759"/>
            <a:ext cx="3520769" cy="159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648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41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Veeranjaneyulu P</dc:creator>
  <cp:lastModifiedBy>Pavani Thota</cp:lastModifiedBy>
  <cp:revision>7</cp:revision>
  <dcterms:created xsi:type="dcterms:W3CDTF">2024-12-06T12:38:18Z</dcterms:created>
  <dcterms:modified xsi:type="dcterms:W3CDTF">2025-08-11T13:15:10Z</dcterms:modified>
</cp:coreProperties>
</file>